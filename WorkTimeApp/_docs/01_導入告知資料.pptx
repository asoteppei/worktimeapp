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096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137160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新システム導入のお知らせ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作業時間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一元管理システム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みんなで豊かに、もっと効率よく働くために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社員のみなさまへ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はじめに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「作業時間 一元管理システム」とは？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9144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74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日々の作業時間を、全部署で同じ形式で記録・集計できる社内アプリです。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これまでは部署ごとに Excel やノートで管理していた作業時間を、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ひとつのシステムに集約することで「会社として見える化」します。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26517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342900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スマホ・PCで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251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ブラウザから 1 分で入力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3246120"/>
            <a:ext cx="26517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342900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8328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部署を超えて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4251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全社で同じ形式で集計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3246120"/>
            <a:ext cx="26517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342900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7220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あなたの時間を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4251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自分で確認・分析できる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作業時間 一元管理システム  ご案内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5486400" cy="54864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02920"/>
            <a:ext cx="13716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なぜ導入するのか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会社も、個人も、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もっと豊かになるために。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7315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時間に追われるのではなく、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時間を味方にする働き方へ。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29260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60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生産性UP = みんなの余裕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作業時間 一元管理システム  ご案内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このシステムでできること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4つのメリット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2900" y="19202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2900" y="1920240"/>
            <a:ext cx="201168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290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見える化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74420" y="3337560"/>
            <a:ext cx="5486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時間の使い方が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434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はっきり分かる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91740" y="19202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91740" y="1920240"/>
            <a:ext cx="2011680" cy="1371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174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49174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自分で目標設定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23260" y="3337560"/>
            <a:ext cx="54864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8318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ノルマではなく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8318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自分のための指標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40580" y="19202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40580" y="1920240"/>
            <a:ext cx="2011680" cy="137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058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64058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見積もり精度UP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372100" y="3337560"/>
            <a:ext cx="54864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202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過去の実績から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3202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適正な見積もりへ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89420" y="192024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89420" y="1920240"/>
            <a:ext cx="2011680" cy="137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942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78942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生産性UP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520940" y="3337560"/>
            <a:ext cx="548640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8086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ゆとりある時間を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8086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自分のものに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次ページから 1 つずつご紹介します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作業時間 一元管理システム  ご案内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メリット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時間の使い方が「見える」ようになる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2062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109728" cy="2834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「忙しい」を数字で見る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49631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どの仕事に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何時間使ったか一目瞭然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18211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会議や雑務に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どれだけ取られているか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86791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本来の業務は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どれだけ進んでいるか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1828800"/>
            <a:ext cx="3749040" cy="2834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自分の時間を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377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取り戻そう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309360" y="3063240"/>
            <a:ext cx="100584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200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5204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8時間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4937760" y="4297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あなたの大切な時間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作業時間 一元管理システム  ご案内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メリット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目標は「自分で」決める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上からノルマが降ってくるのではなく、自分の裁量で目標時間を設定できます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3931920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43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これまで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上からのノルマ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611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誰かに決められた時間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931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達成のプレッシャー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2519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やらされ感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560320"/>
            <a:ext cx="39319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560320"/>
            <a:ext cx="393192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これから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自分のための指標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8348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57800" y="36576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自分で決めた目標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57800" y="3977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効率よく仕事を進める指針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4297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達成したときの達成感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作業時間 一元管理システム  ご案内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メリット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次の見積もりが「根拠を持って」出せる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過去の実績データが溜まるほど、見積もりの精度は上がります。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4380" y="2468880"/>
            <a:ext cx="17373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48740" y="269748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4874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4380" y="3383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記録する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毎日の作業時間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0028" y="31089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720340" y="2468880"/>
            <a:ext cx="17373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4700" y="269748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470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20340" y="3383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集計する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1178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注番・期別に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75988" y="31089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686300" y="2468880"/>
            <a:ext cx="17373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80660" y="2697480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066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86300" y="3383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分析する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7774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傾向が見える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1948" y="31089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652260" y="2468880"/>
            <a:ext cx="17373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46620" y="269748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662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52260" y="3383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見積もる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4370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根拠ある数字を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作業時間 一元管理システム  ご案内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メリット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時間を意識する = ゆとりを生み出す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74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時間を意識する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08960" y="18745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566160" y="1874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効率よく働く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26480" y="18745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583680" y="1874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余白 &amp; 笑顔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その余白は、あなたのものです。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18745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40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家族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との時間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06040" y="3749040"/>
            <a:ext cx="18745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3840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学び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0604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新しいスキル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749040"/>
            <a:ext cx="18745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840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休息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6344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しっかり休む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0840" y="3749040"/>
            <a:ext cx="18745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840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挑戦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20840" y="4251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新しい企画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作業時間 一元管理システム  ご案内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みなさまの心配ごと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「こう思うかもしれません…」にお答えします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1783080"/>
            <a:ext cx="7589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34440" y="1874520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監視されているみたいで嫌…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194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0200" y="2194560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個人の時間を責めるためのものではありません。会社全体の傾向を掴んで、無理のない仕事配分をするためのツールです。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97280" y="2834640"/>
            <a:ext cx="7589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34440" y="2926080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入力が面倒くさそう…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2461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0200" y="3246120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日の入力は 30 秒〜 1 分程度。前日のコピペも可能です。忘れても翌日のホーム画面でリマインドします。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97280" y="3886200"/>
            <a:ext cx="7589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34440" y="3977640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評価に使われるの？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42976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00200" y="4297680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直接的な人事評価には使いません。「頑張っているのに時間が足りない」を可視化して、業務を調整するためのデータです。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作業時間 一元管理システム  ご案内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運用について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スケジュールとサポート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97280" y="2377440"/>
            <a:ext cx="694944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94560"/>
            <a:ext cx="365760" cy="36576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-9144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プレリリース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-9144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一部ユーザーで試用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30880" y="2194560"/>
            <a:ext cx="365760" cy="3657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2504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本格リリース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2504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全社で利用開始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47360" y="2194560"/>
            <a:ext cx="365760" cy="365760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152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運用開始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4152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毎日の入力習慣化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2194560"/>
            <a:ext cx="365760" cy="365760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データ活用スタート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474720"/>
            <a:ext cx="137160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566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困ったときは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886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いつでも管理者・IT担当者にご相談ください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4251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操作マニュアルは別途配布します。分からないことは、遠慮なく聞いてください。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作業時間 一元管理システム  ご案内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1828800"/>
            <a:ext cx="6400800" cy="64008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13716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最後に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一緒に、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いい働き方を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作っていきましょう。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7315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効率よく、豊かに、笑顔で。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作業時間 一元管理システム  —  社員のみなさまへ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337</Words>
  <Application>Microsoft Office PowerPoint</Application>
  <PresentationFormat>画面に合わせる (16:9)</PresentationFormat>
  <Paragraphs>173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作業時間 一元管理システム ご案内</dc:title>
  <dc:subject>PptxGenJS Presentation</dc:subject>
  <dc:creator>作業時間一元管理システム</dc:creator>
  <cp:lastModifiedBy>阿曽 （株）米倉製作所</cp:lastModifiedBy>
  <cp:revision>2</cp:revision>
  <dcterms:created xsi:type="dcterms:W3CDTF">2026-04-15T07:32:39Z</dcterms:created>
  <dcterms:modified xsi:type="dcterms:W3CDTF">2026-04-15T07:48:55Z</dcterms:modified>
</cp:coreProperties>
</file>