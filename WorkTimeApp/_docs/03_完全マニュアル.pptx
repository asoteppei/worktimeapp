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6400800" cy="6400800"/>
          </a:xfrm>
          <a:prstGeom prst="ellipse">
            <a:avLst/>
          </a:prstGeom>
          <a:solidFill>
            <a:srgbClr val="2D3E7C">
              <a:alpha val="30000"/>
            </a:srgbClr>
          </a:solidFill>
          <a:ln w="12700">
            <a:solidFill>
              <a:srgbClr val="2D3E7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5468A8">
              <a:alpha val="15000"/>
            </a:srgbClr>
          </a:solidFill>
          <a:ln w="12700">
            <a:solidFill>
              <a:srgbClr val="5468A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3716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完全マニュアル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全機能リファレンス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ログインから管理者機能まで、全ての操作を網羅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—  2026年4月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18488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画面構成の全体像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1618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ログイン（初回 / 2 回目以降）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368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ホーム画面の見方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23682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 — 基本操作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743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18104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181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18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 — 注番ありの作業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31181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93008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930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 — 注番なしの作業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867912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目標時間の設定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51960" y="3867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42816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42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4242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 — データ一覧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4242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618488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618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1618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 — 集計画面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0" y="1618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1993392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9933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 — 会計年度集計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95360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2368296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0" y="2368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 — 前年比較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95360" y="23682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2743200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 — CSV 出力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95360" y="2743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3118104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1181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3118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環境設定 — ユーザー管理（管理者）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95360" y="31181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3493008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34930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環境設定 — グループ・注番管理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595360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00600" y="3867912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3867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0352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トラブルシューティング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595360" y="3867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00600" y="4242816"/>
            <a:ext cx="411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4242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03520" y="4242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お問い合わせ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595360" y="4242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画面構成の全体像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システムは 4 つの画面で構成されています。ナビゲーションタブから切り替えます。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109728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直近の入力状況、今月の統計、メニューへのリンク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10972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20240"/>
            <a:ext cx="109728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作業時間の記録・保存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926080"/>
            <a:ext cx="10972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74720"/>
            <a:ext cx="109728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データ解析画面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過去データの一覧・集計・CSV 出力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480560"/>
            <a:ext cx="10972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474720"/>
            <a:ext cx="109728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235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環境設定画面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89204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ユーザー・グループ・注番の管理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4480560"/>
            <a:ext cx="10972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管理者のみ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ログイン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初回ログイン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URL を開く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50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http://192.168.1.8:3000/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67004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一覧から自分を選択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名前・部署で検索可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PIN を自分で設定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桁の半角数字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49300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再入力で確認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 PIN を 2 回入力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90448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ログイン完了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ホーム画面に遷移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回目以降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258568"/>
            <a:ext cx="137160" cy="137160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自動ログイン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350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度ログインすれば 10 年維持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670048"/>
            <a:ext cx="137160" cy="137160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再入力は不要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ブラウザを閉じても保持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081528"/>
            <a:ext cx="137160" cy="137160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 PC では再ログイン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端末ごとに初回操作必要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493008"/>
            <a:ext cx="137160" cy="137160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を忘れたら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管理者にリセット依頼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904488"/>
            <a:ext cx="137160" cy="137160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強制ログアウト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3995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変更時に他端末から離脱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ホーム画面の見方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会計年度バッジ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現在の期（第○期 前期/後期）が画面上部に表示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入力忘れパネル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 7 営業日の入力状況をチップで表示。未入力日があれば警告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今月のサマリー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登録ユーザー数、進行中注番数、今月の総時間など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7432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74320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部署別 月次集計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今月の時間を部署ごとに棒グラフで比較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9476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注番ランキング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今月の時間が多い注番 TOP 5 を表示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7947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794760"/>
            <a:ext cx="9144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担当者ランキング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今月の時間が多い担当者 TOP 5 を表示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入力忘れパネルの未入力チップをクリックすると、その日付が自動で入力画面に入ります。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入力画面 — 基本操作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645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1031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1031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デフォルト本日。カレンダーで変更可能。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8229600" cy="329184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4323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243230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ログインユーザー固定（変更不可）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761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7614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276148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「注番あり」モードのみ必須。部分一致で検索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8229600" cy="329184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90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作業内容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090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0906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部署ごとのプルダウンから選択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4198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34198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時間単位で入力（0.5 〜 24 時間）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329184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49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7490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37490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 / 社外 を選択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0782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出荷後対応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0782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407822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チェックボックス。必要時のみ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07408"/>
            <a:ext cx="8229600" cy="329184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07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44074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80360" y="44074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注番なし作業の場合のみ必須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入力画面 — 注番ありの作業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「注番あり」を選択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トグルで切り替え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注番を入力 or 選択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部分一致で候補表示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新規注番なら登録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得意先名・件名を入力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作業内容・時間を記入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プルダウンから選択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登録ボタンをクリック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142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完了通知が表示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6916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691640"/>
            <a:ext cx="3840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230428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クローズ済み注番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入力不可（管理者が解除)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71576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2ヶ月入力なし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自動でクローズされる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312724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注番のコピー入力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前回の再利用で時短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353872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注番サジェスト順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自分の最近の注番が上位に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入力画面 — 注番なしの作業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会議・事務作業・社内業務など、特定の注番に紐付かない作業を記録します。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4114800" cy="365760"/>
          </a:xfrm>
          <a:prstGeom prst="rect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該当例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朝礼・定例会議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5420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社内勉強会・教育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2278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資料整理・事務処理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32278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活動・清掃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9136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健康診断・面談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3913632"/>
            <a:ext cx="164592" cy="164592"/>
          </a:xfrm>
          <a:prstGeom prst="ellipse">
            <a:avLst/>
          </a:prstGeom>
          <a:solidFill>
            <a:srgbClr val="2D3E7C"/>
          </a:solidFill>
          <a:ln w="12700">
            <a:solidFill>
              <a:srgbClr val="2D3E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出張移動時間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入力ルール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25328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詳細欄は必須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具体的な作業内容を記載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294436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作業内容はプルダウン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部署マスタから選択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35584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時間は 0.5 単位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0.5h、最大 24h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76732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注番フィールドは空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入力不要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目標時間の設定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各注番に対して、自分が何時間で完了させたいかの目標を設定できます。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" y="182880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" y="1828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初回設定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" y="256032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その注番で初めて入力するとき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" y="320040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入力画面で目標時間の入力欄が表示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" y="384048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スキップも可能（後から設定できる)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326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3260" y="1828800"/>
            <a:ext cx="269748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3260" y="1828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変更方法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06140" y="256032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4740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集計画面の注番別サマリーから変更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6140" y="320040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474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変更時は理由の記録が必要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6140" y="38404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4740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変更履歴は監査ログに残る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5790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7900" y="1828800"/>
            <a:ext cx="2697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7900" y="1828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活用方法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40780" y="2560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9380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達成率が自動計算される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0780" y="32004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938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超過した場合は警告表示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0780" y="3840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9380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次回の見積もり精度が上がる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データ解析 — データ一覧画面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記録の一覧表示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全員の作業記録を日付降順で表示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6459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920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絞り込み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103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日付・担当者・部署・注番で絞り込み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列ヘッダークリックで並び替え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6974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編集・削除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自分の記録は編集・削除が可能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範囲拡張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06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+1ヶ月 / +3ヶ月 / +6ヶ月 / +12ヶ月 のボタンで過去を遡る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7490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023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ページネーション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4206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大量データは自動で分割ロード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他の人の記録は閲覧のみ。編集・削除できるのは自分が入力した記録だけです。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データ解析 — 集計画面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フィルターを組み合わせて、欲しい切り口で集計結果を見ることができます。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48716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日付範囲 or 会計年度で絞り込み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89864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記録時点の所属部署で集計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31012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個人別の時間合計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72160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注番ごとの時間合計・目標達成率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133088"/>
            <a:ext cx="137160" cy="137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 / 社外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表示内容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248716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合計時間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フィルター条件での総計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89864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割合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カテゴリ別の構成比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31012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目標達成率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注番別に達成状況を色分け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372160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前年比較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ワンクリックで呼び出し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4133088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ダウンロード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でさらに加工可能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データ解析 — 会計年度集計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会計年度（9月〜翌8月）単位で集計します。現在は第 46 期です。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" y="1828800"/>
            <a:ext cx="26974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468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" y="1828800"/>
            <a:ext cx="2697480" cy="137160"/>
          </a:xfrm>
          <a:prstGeom prst="rect">
            <a:avLst/>
          </a:prstGeom>
          <a:solidFill>
            <a:srgbClr val="5468A8"/>
          </a:solidFill>
          <a:ln w="12700">
            <a:solidFill>
              <a:srgbClr val="546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" y="2103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46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86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カスタム期間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731520" cy="0"/>
          </a:xfrm>
          <a:prstGeom prst="line">
            <a:avLst/>
          </a:prstGeom>
          <a:noFill/>
          <a:ln w="12700">
            <a:solidFill>
              <a:srgbClr val="546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日付範囲を自由に指定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下のフィルターで dateFrom / dateTo を設定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3260" y="1828800"/>
            <a:ext cx="26974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260" y="1828800"/>
            <a:ext cx="2697480" cy="1371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3260" y="2103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半期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2326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 / 後期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108960"/>
            <a:ext cx="7315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614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ヶ月単位で集計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614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前期: 9〜2月  /  後期: 3〜8月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7900" y="1828800"/>
            <a:ext cx="26974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7900" y="1828800"/>
            <a:ext cx="269748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7900" y="2103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通年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05790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期全体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3108960"/>
            <a:ext cx="7315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078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ヶ月単位で集計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078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第○期の 9/1 〜 翌 8/31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データ解析 — 前年同期比較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集計画面の「前年同期比較」ボタンで、前期と今期を部署別に比較できます。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前年同期比較（イメージ）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45期: 1200h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46期: 1350h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技術グループ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45期: 1800h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46期: 1720h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品質管理グループ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45期: 900h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46期: 950h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何に時間がかかっているか、前年と比べて分かれば、来期の改善方針が立てやすくなります。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データ解析 — CSV 出力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集計画面で表示中のデータを CSV ファイルとしてダウンロードできます。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402336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基本モード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見たまま出力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6440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画面上の集計結果をそのまま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部署別・担当者別・注番別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59352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合計時間と割合を含む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306824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97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 Excel で開ける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920240"/>
            <a:ext cx="4023360" cy="1371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詳細モード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元データ出力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01752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264408"/>
            <a:ext cx="118872" cy="11887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各作業記録を 1 行ずつ出力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611880"/>
            <a:ext cx="118872" cy="11887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日付・担当者・注番・内容・時間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959352"/>
            <a:ext cx="118872" cy="11887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ピボットテーブルで自由に分析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306824"/>
            <a:ext cx="118872" cy="11887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197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他システムへのインポート用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環境設定 — ユーザー管理（管理者）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管理者権限を持つユーザーのみアクセス可能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新規ユーザー登録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氏名・部署・メール・権限を設定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90288" y="20116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2011680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ユーザー編集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既存ユーザーの情報を変更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90088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ユーザー削除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退職者などを無効化（データ保持）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90288" y="299008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2990088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グループフィルター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ユーザー一覧を部署で絞り込み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68496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68496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78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リセット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パスワード忘れ時の対応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90288" y="3968496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3968496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4078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権限変更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8888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leader / admin の切替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環境設定 — グループ・注番管理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17373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8620" y="173736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グループ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部署マスタの管理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" y="260604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新規追加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" y="310896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名前変更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" y="361188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削除（所属 0 名時のみ）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3260" y="17373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3260" y="1737360"/>
            <a:ext cx="269748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作業内容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0614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プルダウン項目の管理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51860" y="260604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04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グループ別に項目管理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51860" y="310896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04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 / 並び替え / 削除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1860" y="3611880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046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ドラッグ＆ドロップ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57900" y="17373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7900" y="1737360"/>
            <a:ext cx="269748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078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注番管理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4078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進行中注番の管理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6500" y="26060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510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検索・絞り込み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86500" y="310896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得意先・件名の編集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6500" y="361188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510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手動クローズ / 再開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2 ヶ月入力のない注番は自動でクローズされます。管理者は手動で解除も可能です。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4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トラブルシューティング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3736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733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ログインできない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を 3 回以上間違えていないか確認。忘れた場合は管理者にリセット依頼。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04872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408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「通信エラー」と出る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87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サーバーが停止している可能性。IT 担当者に連絡してください。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72384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0083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注番が候補に出てこない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2552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ヶ月入力のない注番は自動でクローズされています。管理者に解除依頼。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73989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保存ボタンを押しても反応がない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9227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必須項目（時間・作業内容など）が空白になっていないか確認してください。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7024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40740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過去のデータが表示されない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5902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データ一覧画面の「+3ヶ月」「+6ヶ月」ボタンで読み込み範囲を拡張できます。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2D3E7C">
              <a:alpha val="25000"/>
            </a:srgbClr>
          </a:solidFill>
          <a:ln w="12700">
            <a:solidFill>
              <a:srgbClr val="2D3E7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13716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分からないことがあれば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遠慮なく管理者まで。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65176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操作について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まずは管理者へ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926080"/>
            <a:ext cx="265176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4612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エラー・不具合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担当者へ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926080"/>
            <a:ext cx="2651760" cy="91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3504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改善要望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何でも歓迎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  —  作業時間 一元管理システム  Version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作業時間 一元管理システム 完全マニュアル</dc:title>
  <dc:subject>PptxGenJS Presentation</dc:subject>
  <dc:creator>作業時間一元管理システム</dc:creator>
  <cp:lastModifiedBy>作業時間一元管理システム</cp:lastModifiedBy>
  <cp:revision>1</cp:revision>
  <dcterms:created xsi:type="dcterms:W3CDTF">2026-04-15T07:46:52Z</dcterms:created>
  <dcterms:modified xsi:type="dcterms:W3CDTF">2026-04-15T07:46:52Z</dcterms:modified>
</cp:coreProperties>
</file>