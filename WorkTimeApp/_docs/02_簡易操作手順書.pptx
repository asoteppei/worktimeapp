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1828800"/>
            <a:ext cx="3657600" cy="36576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13716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GUIDE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簡易操作手順書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作業時間 一元管理システム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7315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STEP、5分で覚えられます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これだけ覚えれば、毎日使えます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28016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ログインする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操作手順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847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ブラウザで URL を開く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0848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http://192.168.1.8:3000/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87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自分の名前を選ぶ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724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ユーザー一覧から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3127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桁の PIN を入力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364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初回は自分で設定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51560" y="3767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ログイン完了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0050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ホーム画面が表示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1463040"/>
            <a:ext cx="384048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1463040"/>
            <a:ext cx="38404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2057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は覚えやすい 4 桁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2331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誕生日・電話番号下 4 桁など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49240" y="2926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忘れたときは管理者へ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49240" y="32004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リセットすれば再設定できます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49240" y="37947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度ログインすれば OK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40690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次回から自動でログイン状態が継続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簡易操作手順書  —  作業時間 一元管理システム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28016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その日の作業時間を入力する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ナビの「入力画面」タブから、毎日の作業を記録します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1148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28800"/>
            <a:ext cx="109728" cy="2880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20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入力する項目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37744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286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基本は本日（変更可）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76148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6700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注番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26700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あり / なし を選択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145536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05409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作業内容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03120" y="30540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プルダウンから選択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3529584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43814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03120" y="343814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0.5時間単位で入力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391363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8221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場所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03120" y="3822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 / 社外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429768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206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03120" y="4206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注番なしの時は必須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1828800"/>
            <a:ext cx="3840480" cy="2880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時短のコツ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秒で入力完了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029200" y="2788920"/>
            <a:ext cx="347472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29260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前回の入力をワンクリックで再利用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49240" y="34290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注番は部分一致で素早くサジェスト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9240" y="39319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同じ注番の続きの作業なら 10 秒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簡易操作手順書  —  作業時間 一元管理システム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28016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入力忘れをチェックする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ホーム画面を開けば、直近 7 営業日の入力状況が一目で分かります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28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直近の入力状況（営業日ベース）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18288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 日 入力済み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05256" y="2423160"/>
            <a:ext cx="914400" cy="1097280"/>
          </a:xfrm>
          <a:prstGeom prst="rect">
            <a:avLst/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05256" y="2715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(火)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05256" y="2898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5256" y="3200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75104" y="2423160"/>
            <a:ext cx="914400" cy="1097280"/>
          </a:xfrm>
          <a:prstGeom prst="rect">
            <a:avLst/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75104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75104" y="2715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(水)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75104" y="2898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75104" y="3200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44952" y="2423160"/>
            <a:ext cx="914400" cy="109728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44952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44952" y="2715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(木)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44952" y="2898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044952" y="3200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未入力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0" y="2423160"/>
            <a:ext cx="914400" cy="1097280"/>
          </a:xfrm>
          <a:prstGeom prst="rect">
            <a:avLst/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0" y="2715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(金)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0" y="2898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114800" y="3200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84648" y="2423160"/>
            <a:ext cx="914400" cy="109728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84648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84648" y="2715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(月)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84648" y="2898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184648" y="3200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未入力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54496" y="2423160"/>
            <a:ext cx="914400" cy="1097280"/>
          </a:xfrm>
          <a:prstGeom prst="rect">
            <a:avLst/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54496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54496" y="2715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(火)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54496" y="2898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54496" y="3200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324344" y="2423160"/>
            <a:ext cx="914400" cy="1097280"/>
          </a:xfrm>
          <a:prstGeom prst="rect">
            <a:avLst/>
          </a:prstGeom>
          <a:solidFill>
            <a:srgbClr val="E5E7EB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24344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24344" y="2715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(水)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24344" y="2898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324344" y="3200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本日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14400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18872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入力済み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657600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93192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未入力（警告）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00800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67512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今日まだ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簡易操作手順書  —  作業時間 一元管理システム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28016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過去の記録を見る / 修正する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ナビの「データ解析画面」から、過去の記録が全て確認できます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0233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28800"/>
            <a:ext cx="4023360" cy="137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03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データ一覧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記録を一覧で見る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971800"/>
            <a:ext cx="3474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089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1089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全員の記録をリスト表示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4930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4930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日付・担当者・注番で絞り込み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87705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87705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自分の記録は編集・削除も可能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2611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426110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 +1/+3/+6/+12ヶ月 に範囲拡張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828800"/>
            <a:ext cx="40233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828800"/>
            <a:ext cx="4023360" cy="137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103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集計画面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93776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期別・注番別に集計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2971800"/>
            <a:ext cx="3474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1089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31089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期（半期・通年）で切替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4930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2080" y="34930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注番別・担当者別に時間合計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87705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2080" y="387705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前年同期との比較表示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42611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12080" y="426110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ダウンロードで Excel 活用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簡易操作手順書  —  作業時間 一元管理システム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28016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92024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便利な使い方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91440" cy="1600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691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前日の続きは 10 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入力画面の「前回を再利用」ボタンで、直前の記録がコピーされます。同じ注番の続きなら時間だけ変更して保存。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463040"/>
            <a:ext cx="91440" cy="1600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16459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0" y="1691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注番は部分一致で検索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21945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番号の一部だけ入力すると候補が出ます。頭の数字を覚えていなくても大丈夫。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46120"/>
            <a:ext cx="91440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4290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474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目標時間は自分で設定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39776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初回のみ各注番に目標時間を入れられます。達成率が自動計算され、進捗が一目で分かります。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2461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246120"/>
            <a:ext cx="91440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34290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0" y="34747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忘れた日もクリック 1 つで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37760" y="39776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ホーム画面の未入力チップをクリックすると、その日付が入力画面に自動で入ります。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簡易操作手順書  —  作業時間 一元管理システム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55448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94560" y="2743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毎日の基本フロー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4340" y="1554480"/>
            <a:ext cx="19659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4340" y="1554480"/>
            <a:ext cx="196596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" y="15544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194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ホーム画面を開く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43000" y="2743200"/>
            <a:ext cx="5486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" y="28346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前日の入力確認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37460" y="1554480"/>
            <a:ext cx="19659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37460" y="1554480"/>
            <a:ext cx="196596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37460" y="15544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74620" y="2194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午前分を入力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46120" y="2743200"/>
            <a:ext cx="5486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4620" y="28346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記憶が新しいうちに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40580" y="1554480"/>
            <a:ext cx="19659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40580" y="1554480"/>
            <a:ext cx="196596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0580" y="15544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77740" y="2194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午後分を入力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49240" y="2743200"/>
            <a:ext cx="5486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7740" y="28346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日分まとめて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43700" y="1554480"/>
            <a:ext cx="19659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43700" y="1554480"/>
            <a:ext cx="196596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43700" y="15544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80860" y="2194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忘れてないか確認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52360" y="2743200"/>
            <a:ext cx="5486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80860" y="28346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明日の朝もチェック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9EB3C2"/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覚えるのは「朝チェック・昼夕入力」だけ。習慣にすれば負担ゼロです。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簡易操作手順書  —  作業時間 一元管理システム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5486400" cy="54864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02920"/>
            <a:ext cx="1371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困ったときは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遠慮なく、聞いてください。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65176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265176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操作が分からない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54480" y="2834640"/>
            <a:ext cx="4572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完全マニュアルを参照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2103120"/>
            <a:ext cx="265176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2103120"/>
            <a:ext cx="265176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エラーが出た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43400" y="2834640"/>
            <a:ext cx="4572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担当者に連絡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103120"/>
            <a:ext cx="265176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103120"/>
            <a:ext cx="265176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を忘れた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132320" y="2834640"/>
            <a:ext cx="45720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管理者にリセット依頼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5486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使ってみて、気づいたことがあれば教えてください。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みんなで育てていく、そういうシステムです。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簡易操作手順書  —  作業時間 一元管理システム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937760"/>
            <a:ext cx="7315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作業時間 一元管理システム 簡易操作手順書</dc:title>
  <dc:subject>PptxGenJS Presentation</dc:subject>
  <dc:creator>作業時間一元管理システム</dc:creator>
  <cp:lastModifiedBy>作業時間一元管理システム</cp:lastModifiedBy>
  <cp:revision>1</cp:revision>
  <dcterms:created xsi:type="dcterms:W3CDTF">2026-04-15T07:37:56Z</dcterms:created>
  <dcterms:modified xsi:type="dcterms:W3CDTF">2026-04-15T07:37:56Z</dcterms:modified>
</cp:coreProperties>
</file>