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36576" cy="685800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-91440" y="28346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 MANUAL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6565392"/>
            <a:ext cx="11786616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+ SQL Server 環境構築・運用手順書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F1640"/>
          </a:solidFill>
          <a:ln w="12700">
            <a:solidFill>
              <a:srgbClr val="0F1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188720"/>
            <a:ext cx="5029200" cy="5029200"/>
          </a:xfrm>
          <a:prstGeom prst="ellipse">
            <a:avLst/>
          </a:prstGeom>
          <a:solidFill>
            <a:srgbClr val="1A2457"/>
          </a:solidFill>
          <a:ln w="12700">
            <a:solidFill>
              <a:srgbClr val="1A24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80360"/>
            <a:ext cx="82296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SQL Server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環境構築・運用手順書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インストールから本番フォルダへのコピー運用まで 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13716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074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社内ツールを Node.js + SQL Server で自作する担当者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公式インストーラから本番サーバー常駐までを自分の手で完走できる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重点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コマンドプロンプト操作と robocopy による本番反映手順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 → 接続 → 開発 → 本番反映 の流れ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141732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事前準備と全体像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14173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前提環境 / 作業の流れ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1965960"/>
            <a:ext cx="10515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9659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196596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Node.js のインストール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196596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公式インストーラと PATH 確認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514600"/>
            <a:ext cx="105156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5146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48840" y="251460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 / SSMS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5146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インストール・TCP 有効化・DB 作成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063240"/>
            <a:ext cx="10515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0632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48840" y="30632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バックエンド初期化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306324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mkdir / npm init / npm install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3611880"/>
            <a:ext cx="105156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61188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48840" y="361188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msnodesqlv8 特別編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0" y="361188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ビルド要件と導入・トラブル対処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63040" y="4160520"/>
            <a:ext cx="10515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1605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Ⅵ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148840" y="416052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server.js とサーバー起動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0" y="41605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最小テンプレートと動作確認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4709160"/>
            <a:ext cx="105156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47091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Ⅶ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148840" y="470916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作業フォルダ → 本番 Host フォルダ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98080" y="470916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 / robocopy / deploy.bat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63040" y="5257800"/>
            <a:ext cx="10515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52578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Ⅷ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148840" y="525780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常駐化と再起動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0" y="52578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タスクスケジューラで常駐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63040" y="5806440"/>
            <a:ext cx="105156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58064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4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Ⅸ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148840" y="58064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トラブルシューティング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498080" y="580644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よくあるエラーと対処表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事前準備と全体像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これから何を入れて、どう繋げるのか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4937760" cy="4846320"/>
          </a:xfrm>
          <a:prstGeom prst="rect">
            <a:avLst/>
          </a:prstGeom>
          <a:solidFill>
            <a:srgbClr val="E8EEFB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前提環境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4572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Windows 10 / 11（64bit）
</a:t>
            </a:r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管理者権限（インストール時に必要）
</a:t>
            </a:r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ネットワーク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インターネット接続（ダウンロード用）
</a:t>
            </a:r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ディスク空き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約 10 GB（SQL Server 本体 + SSMS + ツール群）
</a:t>
            </a:r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コマンドプロンプト（標準）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テキストエディタ（VS Code 推奨）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41732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インストールする順序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49440" y="2002536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002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240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（LTS）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660904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660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52360" y="2624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Visual Studio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2898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（エディタ）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31927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2826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5570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（Express 版で十分）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3977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39410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 Management Studio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42153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（SSMS）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4636008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4636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4599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Visual Studio Build Tools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4873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（msnodesqlv8 用）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5294376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5294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5257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npm パッケージ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5532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（express / mssql / msnodesqlv8）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コマンドプロンプトの基本操作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以降の作業で頻繁に使うので先に押さえる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コマンド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1801368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801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8013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キー → 「cmd」と入力 → Enter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1801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「ファイル名を指定して実行」から cmd でも可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2185416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1854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管理者として起動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1854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キー → 「cmd」と入力 → 右クリック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185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「管理者として実行」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2569464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25694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現在のフォルダを確認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5694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569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引数なしで現在地を表示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63040" y="2953512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29535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フォルダ移動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9535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 フォルダ名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9535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 ..  で 1 階層上へ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63040" y="3337560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3337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ドライブ変更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337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337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直接ドライブ文字を打つ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63040" y="3721608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3721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ドライブ＆フォルダ同時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37216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pushd  D:\path\to\folder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7216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ネットワークドライブも可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463040" y="4105656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41056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戻る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1056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41056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pushd で移動した元の場所へ戻る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63040" y="4489704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4489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ファイル一覧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44897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44897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dir /b で名前だけ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63040" y="4873752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54480" y="4873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フォルダ作成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0" y="4873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 フォルダ名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38160" y="48737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 でも同じ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63040" y="5257800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54480" y="5257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5257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 src  dst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38160" y="5257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フォルダごとは xcopy / robocopy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463040" y="5641848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54480" y="56418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0" y="56418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38160" y="5641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画面クリア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463040" y="6025896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54480" y="60258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114800" y="6025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F7 キー / ↑ キー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138160" y="60258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過去に打ったコマンドを呼び出し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463040" y="6409944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54480" y="6409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終了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114800" y="64099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138160" y="6409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ウィンドウを閉じる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Node.js インストール 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公式サイトから LTS 版インストーラを入手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公式サイトにアクセス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https://nodejs.org/ja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「LTS（推奨版）」を選ぶ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左側にある「LTS」ボタンをクリック（最新版ではなく LTS を選ぶ）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LTS は長期サポート版で、業務ツールに向いている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Installer (.msi) をダウンロード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64bit 版（node-vXX.XX.X-x64.msi）をダウンロード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ダウンロード先はどこでも良いが、Downloads フォルダが無難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931920"/>
            <a:ext cx="91440" cy="82296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3931920"/>
            <a:ext cx="10424160" cy="822960"/>
          </a:xfrm>
          <a:prstGeom prst="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4005072"/>
            <a:ext cx="10149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LTS とは？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Long Term Support（長期サポート版）の略。バグ修正とセキュリティパッチが長期間提供される安定版。業務で使うツールを作るなら、新機能よりも安定性を優先して必ず LTS を選択する。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4892040"/>
            <a:ext cx="9144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4892040"/>
            <a:ext cx="1042416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4965192"/>
            <a:ext cx="10149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バージョンを揃える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 PC と本番サーバー PC で Node.js のメジャーバージョンを揃えると、動作差が出にくい。両方で同じ .msi を使うのが最も確実。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63040" y="5852160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5852160"/>
            <a:ext cx="1042416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5925312"/>
            <a:ext cx="10149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ファイル保存の落とし穴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ブラウザによっては .msi を「安全でない可能性」として警告する。信頼できる公式サイトからのダウンロードであれば「継続」でよい。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Node.js インストール 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インストーラ画面の項目を順に解説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ダウンロードした .msi をダブルクリック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 Account Control（UAC）で「はい」をクリック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各画面を順に進める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Welcome → Next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License → I accept にチェック → Next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Destination Folder → そのまま Next（既定: C:\Program Files\nodejs\）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 Setup → すべてデフォルトで Next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└ Node.js runtime / npm package manager / Add to PATH は必須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Tools for Native Modules のチェック（重要）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「Automatically install the necessary tools」にチェックを入れる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後で msnodesqlv8 をビルドするために Python や Build Tools が自動導入される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これを飛ばすと msnodesqlv8 のインストールで失敗することがある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Install をクリック → 完了まで数分待つ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Finish で終了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Node.js インストール 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コマンドプロンプトで動作確認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コマンドプロンプトを開く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インストール後は「新しいウィンドウ」を開くこと（PATH 反映のため）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194560"/>
            <a:ext cx="1051560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19456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227685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27685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227685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21284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動作確認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560320"/>
            <a:ext cx="10149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Node.js のバージョン表示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
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v20.17.0    ← こんな感じで表示されれば OK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npm（パッケージマネージャ）のバージョン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-v
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10.8.2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簡単な 1 行スクリプト実行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-e "console.log('hello node')"
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node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63040" y="5394960"/>
            <a:ext cx="9144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5394960"/>
            <a:ext cx="1042416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5468112"/>
            <a:ext cx="10149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node: コマンドが見つからない場合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PATH にインストール先が追加されていない可能性が高い。コマンドプロンプトを「新しく」開き直すとほぼ直る。直らない場合は一度サインアウト → 再ログインする。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推奨エディタ: Visual Studio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無償かつ定番。これを使っておけば間違いない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入手先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https://code.visualstudio.com/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「Download for Windows」→ ユーザー インストーラをダウンロード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インストール時の重要チェック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「エクスプローラーのファイル コンテキスト メニューに [Code で開く] アクションを追加する」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「エクスプローラーのディレクトリ コンテキスト メニューに [Code で開く] アクションを追加する」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「PATH への追加」（既定でチェック済み、そのまま）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入れておくと便利な拡張機能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Japanese Language Pack for Visual Studio Code（日本語化）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ESLint / Prettier（整形）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(mssql)（SSMS の代わりに簡易クエリ実行）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5440680"/>
            <a:ext cx="105156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544068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552297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552297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552297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545896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VS Code でフォルダを開く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58064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現在のフォルダを VS Code で開く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任意のフォルダを指定して開く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D:\projects\myapp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 のインストール 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Express 版（無償）を入手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エディションの選び方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Express … 無償・10 GB まで・社内ツール用途に十分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Developer … 無償・全機能だが本番利用不可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Standard / Enterprise … 有償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社内ツール自作なら Express で 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ダウンロード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「SQL Server Express ダウンロード」で検索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公式ページから SQL2022-SSEI-Expr.exe をダウンロード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インストーラを実行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インストールの種類で「基本」を選ぶ（カスタムは慣れてから）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使用許諾契約に同意 → インストール先は既定のまま → インストール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完了画面で「接続文字列」「SQL インスタンス名」が表示されるのでメモしておく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5577840"/>
            <a:ext cx="91440" cy="91440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5577840"/>
            <a:ext cx="10424160" cy="914400"/>
          </a:xfrm>
          <a:prstGeom prst="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5650992"/>
            <a:ext cx="10149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メモしておくべき情報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インスタンス名（既定: SQLEXPRESS）と接続文字列（例: Server=localhost\SQLEXPRESS;）。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から繋ぐときにこの値を使う。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 のインストール 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SSMS（管理ツール）を入れる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SSMS とは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Management Studio。DB の作成・クエリ実行・バックアップを GUI で行う無償ツール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のインストール完了画面から直接 SSMS インストーラへ進めるリンクがある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ダウンロード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「SSMS ダウンロード」で検索 → Microsoft 公式の「SQL Server Management Studio」のページへ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「無料ダウンロード」をクリック → SSMS-Setup-JPN.exe を入手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.exe を起動 → Install → 完了を待つ（約 5〜10 分）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インストール後「コンピュータを再起動してください」と出たら再起動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スタートメニュー → 「SQL Server Management Studio」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接続ダイアログが開く：サーバー名に localhost\SQLEXPRESS を入力 → 接続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認証は既定で「Windows 認証」でよい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 のインストール 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TCP/IP を有効化する（Node.js から繋ぐために必要）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構成マネージャーを開く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 → 「SQL Server 構成マネージャー」で検索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TCP/IP を有効化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左ペイン「SQL Server ネットワークの構成」→「SQLEXPRESS のプロトコル」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右ペインの「TCP/IP」を右クリック →「有効化」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警告が出たら OK（サービスの再起動が必要）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ポート番号の確認（任意）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「TCP/IP」をダブルクリック →「IP アドレス」タブ → IPAll → TCP ポートに 1433 などを設定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既定のインスタンスなら自動で 1433、名前付きは動的ポートになる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サービスを再起動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左ペイン「SQL Server のサービス」→「SQL Server (SQLEXPRESS)」を右クリック →「再起動」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5532120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5532120"/>
            <a:ext cx="104241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560527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なぜ必要？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既定では共有メモリでしか接続できないため、Node.js の mssql ライブラリや LAN 内の他 PC から接続できない。社内運用で使うなら TCP/IP は必ず有効にする。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 Server のインストール 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ファイアウォール設定と認証モード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ファイアウォール受信規則を追加（LAN 公開する場合のみ）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 → 「セキュリティが強化された Windows Defender ファイアウォール」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受信の規則 → 新しい規則 → ポート → TCP → 1433 → 許可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名前：SQL Server (TCP 1433)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認証モードの選択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認証（推奨）：ログイン中の Windows アカウントで接続。パスワード不要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認証：ID / PW 方式。LAN 内公開や別ユーザーで動かす場合に必要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4206240"/>
            <a:ext cx="1051560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20624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428853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428853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428853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22452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接続テスト（sqlcmd）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4572000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Windows 認証で接続（-E オプション）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sqlcmd -S localhost\SQLEXPRESS -E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接続できたら 1&gt; プロンプトが出るので SELECT を試す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1&gt; SELECT @@VERSION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 GO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終了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1&gt; EXIT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データベースの作成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SSMS GUI と T-SQL 両方のやり方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 A：SSMS の GUI で作る（初心者向け）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 エクスプローラーで「データベース」を右クリック →「新しいデータベース」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名前を入力（例：AppDB） → OK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左ツリーに AppDB が現れれば完成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971800"/>
            <a:ext cx="1051560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97180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305409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05409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305409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99008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SSMS クエリウィンドウ — T-SQL で作る方法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新しいクエリを開いて実行（Ctrl + N → 貼付け → F5）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AppDB;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データベースを切り替え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AppDB;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試しにテーブルを作る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TestTable (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INT IDENTITY(1,1) PRIMARY KEY,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NVARCHAR(50) NOT NULL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データを 1 行入れる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TestTable (Name) VALUES (N'テスト');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TestTable;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バックエンド作業フォルダの作成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コマンドプロンプトでの操作を丁寧に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まず場所を決める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開発中：自分のドキュメント配下（例：D:\dev\myapp）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本番：共有サーバーのフォルダ（例：\\SERVER01\apps\myapp）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日本語や空白を含むパスは引用符で囲む癖をつける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063240"/>
            <a:ext cx="1051560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06324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314553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14553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314553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08152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フォルダ作成と移動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429000"/>
            <a:ext cx="10149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ドライブを D: に変更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dev フォルダが無ければ作って移動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D:\dev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D:\dev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プロジェクト用サブフォルダを作成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myapp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myapp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現在の場所を確認（プロンプトに D:\dev\myapp&gt; と表示されていれば OK）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空フォルダかどうか一覧で確認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1 行でドライブ変更＋移動＋戻るもできる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pushd "D:\dev\myapp"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プロジェクト初期化 (npm init)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package.json を作る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init とは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プロジェクト情報を書いた package.json を作るコマンド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以降インストールしたパッケージは package.json に記録される → 別 PC でも npm install だけで再現できる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743200"/>
            <a:ext cx="105156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74320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282549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82549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282549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76148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package.json の生成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108960"/>
            <a:ext cx="10149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プロジェクトフォルダに居ることを確認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D:\dev\myapp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対話なしで既定値の package.json を一発作成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出力例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Wrote to D:\dev\myapp\package.json: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"myapp",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"1.0.0",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"main": "index.js",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"scripts": { "test": "..." },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"license": "ISC"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生成できたか確認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package.json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npm install でパッケージを入れる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express などの基本パッケージから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--save は今は不要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5 以降は npm install した時点で package.json に自動追加される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--save-dev（省略形 -D）は開発時のみ使う依存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代表的なパッケージ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express … 軽量 Web サーバー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mssql … Node から SQL Server に繋ぐ（ピュア JS ドライバ）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msnodesqlv8 … Windows 認証で繋ぎたい場合に使うドライバ（次ページで詳述）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dotenv … 環境変数を .env から読む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nodemon … 保存時に自動で再起動（開発用）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4572000"/>
            <a:ext cx="10515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57200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465429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465429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465429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59028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基本パッケージの導入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49377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本番依存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mssql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dotenv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開発用（-D は --save-dev の省略）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-D nodemon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現在入っているパッケージを一覧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ls --depth=0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msnodesqlv8 のインストール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認証で SQL Server に繋ぐためのドライバ（ビルドが必要）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 mssql だけでは不十分？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ピュア JS 版の mssql 単体だと、SQL Server 認証（ID/PW）しか使えないケースがある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認証（trustedConnection）で繋ぎたいときは ネイティブドライバ msnodesqlv8 が必要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前提：ネイティブビルド環境が必要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3.x（Node.js インストーラで「Tools for Native Modules」にチェックしていれば済）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 Studio Build Tools（C++ コンパイラ）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いずれも既定の Node.js インストーラで自動導入される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4343400"/>
            <a:ext cx="105156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340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442569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442569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442569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36168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msnodesqlv8 の導入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47091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プロジェクトフォルダへ移動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/d D:\dev\myapp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mssql の Windows ネイティブドライバ msnodesqlv8 を追加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（環境によっては Python / Build Tools のビルドが走る）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msnodesqlv8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正常なら最後に「added N packages in Xs」と表示される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インストール結果の確認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ls msnodesqlv8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msnodesqlv8 がうまく入らないとき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よくある失敗とその対処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症状 / エラー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14173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1984248"/>
            <a:ext cx="10515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9842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gyp ERR! find Python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9842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が見つからない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198424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インストーラで「Tools for Native Modules」を付け直す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551176"/>
            <a:ext cx="10515600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55117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MSBUILD : error MSB3428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55117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 C++ Build Tools が無い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2551176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 Studio Build Tools をインストール（C++ ワークロード選択）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118104"/>
            <a:ext cx="10515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11810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ENOENT: ... node-gyp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11810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node-gyp の設定ミス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311810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install --global node-gyp を一度実行してから再試行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3685032"/>
            <a:ext cx="10515600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6850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 / EPERM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6850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フォルダに書込権限が無い or ウイルス対策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36850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管理者権限で cmd を起動し直す。除外設定も確認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63040" y="4251960"/>
            <a:ext cx="10515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2519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binding.node が見つからない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2519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ビルドは通ったが読込失敗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425196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node_modules\msnodesqlv8 を削除して npm install をやり直す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4818888"/>
            <a:ext cx="10515600" cy="56692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48188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2.x を参照している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8188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 Python が PATH にある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481888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config set python "C:\Path\To\python.exe" で明示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63040" y="5897880"/>
            <a:ext cx="914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54480" y="5897880"/>
            <a:ext cx="1042416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5971032"/>
            <a:ext cx="10149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最終手段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node_modules フォルダと package-lock.json を削除して npm cache clean --force → npm install を丸ごとやり直すと直ることが多い。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server.js の用意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まずは最小で動くサーバーを置く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 でプロジェクトフォルダを開く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コマンドプロンプトから  code .  で現在フォルダを開く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新規ファイル server.js を作成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エクスプローラーで右クリック → 新しいファイル → server.js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以下のテンプレートを貼り付け → 保存（Ctrl + S）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291840"/>
            <a:ext cx="1051560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29184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337413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37413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337413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31012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 — 最小テンプレート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10149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必要モジュールを読込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path    = require('path');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ヘルスチェック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app.get('/api/ping', (req, res) =&gt; {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res.json({ ok: true, time: new Date() });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静的ファイル（index.html など）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app.use(express.static(path.join(__dirname)));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PORT = 3000;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app.listen(PORT, () =&gt; {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console.log('Server running on http://localhost:' + PORT);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server.js — SQL Server 接続部分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msnodesqlv8 で Windows 認証接続する例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5120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41732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149961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9961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49961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43560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 — DB 接続とテストエンドポイント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1783080"/>
            <a:ext cx="101498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mssql + msnodesqlv8 ドライバを使う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sql = require('mssql/msnodesqlv8');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接続設定（Windows 認証）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dbConfig =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  'localhost\\SQLEXPRESS',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database: 'AppDB',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driver:   'msnodesqlv8',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options: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trustedConnection:      true,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trustServerCertificate: true,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enableArithAbort:       true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接続プールを 1 つだけ作って使い回す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pool;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getPool()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(pool) return pool;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pool = await sql.connect(dbConfig);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pool;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テスト用エンドポイント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app.get('/api/db-check', async (req, res) =&gt;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p = await getPool();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r = await p.request().query('SELECT GETDATE() AS now');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res.json({ ok: true, now: r.recordset[0].now });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(e) {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res.status(500).json({ ok: false, error: e.message });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サーバー起動と停止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コマンドプロンプトから実行する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41732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149961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9961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49961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43560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起動 → 停止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1783080"/>
            <a:ext cx="10149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プロジェクトフォルダへ移動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/d D:\dev\myapp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サーバー起動（フォアグラウンド）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server.js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running on http://localhost:3000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停止したいとき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 → コマンドプロンプトで Ctrl + C を押す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 → 「バッチ ジョブを終了しますか (Y/N)?」と出たら Y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nodemon 経由で起動（ファイル保存時に自動再起動）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nodemon server.js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package.json に書いておくと npm start で起動できる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63040" y="53492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5349240"/>
            <a:ext cx="1042416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5422392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package.json への scripts 追加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"scripts": { "start": "node server.js", "dev": "nodemon server.js" } と書くと、npm start / npm run dev で起動できる。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63040" y="6217920"/>
            <a:ext cx="914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6217920"/>
            <a:ext cx="104241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629107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ポート競合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Error: listen EADDRINUSE :::3000 が出たら別プロセスが 3000 を使っている。 netstat -ano | findstr :3000 でプロセス特定 → taskkill /PID &lt;番号&gt; /F で停止。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ブラウザと curl で動作確認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サーバーが本当に動いているかチェック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ブラウザで確認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http://localhost:3000/api/ping を開く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{"ok":true,"time":"..."}   のような JSON が表示されれば成功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http://localhost:3000/api/db-check で SQL Server 接続も確認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246120"/>
            <a:ext cx="1051560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24612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332841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32841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332841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26440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curl で叩く（ブラウザなしで確認）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61188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別のコマンドプロンプトを開いて実行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http://localhost:3000/api/ping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{"ok":true,"time":"2026-04-14T10:00:00.000Z"}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JSON を整形して見たいとき（Node の JSON で整形）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http://localhost:3000/api/ping | node -e "let d='';process.stdin.on('data',x=&gt;d+=x).on('end',()=&gt;console.log(JSON.stringify(JSON.parse(d),null,2)))"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DB 接続テスト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http://localhost:3000/api/db-check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6126480"/>
            <a:ext cx="91440" cy="45720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6126480"/>
            <a:ext cx="10424160" cy="457200"/>
          </a:xfrm>
          <a:prstGeom prst="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61996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 内の別 PC から繋ぐ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http://&lt;サーバー PC 名 or IP&gt;:3000/api/ping に置き換える。つながらない場合は Windows ファイアウォールで 3000 番受信許可を追加する。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開発フォルダと本番フォルダを分ける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「作業用」と「実際に動かす場所」を混ぜないこと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4937760" cy="4846320"/>
          </a:xfrm>
          <a:prstGeom prst="rect">
            <a:avLst/>
          </a:prstGeom>
          <a:solidFill>
            <a:srgbClr val="E8EEFB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開発（作業）フォルダ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4572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場所の例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D:\dev\myapp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役割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・ソースコードを書く / 試す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・nodemon で動作確認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・git 管理する (任意)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B4BA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・node_modules は丸ごとある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・途中のテストファイルもある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・壊してもよい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6492240" y="3474720"/>
            <a:ext cx="365760" cy="731520"/>
          </a:xfrm>
          <a:prstGeom prst="rightTriangl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4297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4B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417320"/>
            <a:ext cx="4937760" cy="48463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本番（Host）フォルダ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1920240"/>
            <a:ext cx="4572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場所の例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C:\apps\myapp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\\SERVER01\apps\myapp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役割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・タスクスケジューラが指すフォルダ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・実ユーザーが利用している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・安定版だけを置く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・勝手に書き換えない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・更新前に必ずバックアップ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ブラッシュアップ時のコピー手順 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手動コピー（エクスプローラー + cmd）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基本の流れ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本番サーバーのサービス（タスクスケジューラ / node プロセス）を止める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本番フォルダをバックアップ（後述）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作業フォルダから必要ファイルをコピー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必要なら本番で npm install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サービスを再起動 → 動作確認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コピーしてよいもの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・server.js / index.html / 他の .js / .html / 画像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・package.json / package-lock.json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コピーしてはいけないもの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・.env（接続情報などローカル設定が入っている）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・node_modules（環境ごとに再生成すべき。LAN 越しコピーは非常に遅い）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・ログファイル / 一時ファイル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ブラッシュアップ時のコピー手順 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cmd での手動コピー（少数ファイル向け）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5120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41732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149961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9961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49961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43560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copy / xcopy で個別コピー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1783080"/>
            <a:ext cx="101498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1) 本番フォルダに移動してバックアップを取る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/d C:\apps\myapp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xcopy /E /I /Y . ..\myapp_backup_2026-04-14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2) 単一ファイルのコピー（作業 → 本番）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/Y D:\dev\myapp\server.js   C:\apps\myapp\server.js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/Y D:\dev\myapp\index.html  C:\apps\myapp\index.html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3) フォルダごとコピー（xcopy）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  /E  … サブフォルダ含む（空でも）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  /I  … 対象がフォルダと解釈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  /Y  … 上書き確認なし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  /EXCLUDE:list.txt … 除外ファイル一覧を使う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xcopy /E /I /Y D:\dev\myapp\public C:\apps\myapp\public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4) 結果確認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C:\apps\myapp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ブラッシュアップ時のコピー手順 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robocopy で一括反映（推奨）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robocopy とは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標準の堅牢なコピーツール（Robust File Copy）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xcopy より速く、差分コピー・除外指定・ログ出力・中断再開に強い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社内ツールの本番反映はこれ一択と言ってよい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200400"/>
            <a:ext cx="1051560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20040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328269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28269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328269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21868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robocopy 実行例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5661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差分コピーで本番フォルダへ反映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robocopy  D:\dev\myapp  C:\apps\myapp  /MIR /Z /R:2 /W:3 ^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/XD node_modules .git .vscode logs ^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/XF .env *.log *.tmp ^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/NFL /NDL /NP /TEE /LOG+:C:\apps\deploy.log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成功時の終了コード 0〜7 は正常、8 以上はエラー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%errorlevel%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5303520"/>
            <a:ext cx="9144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5303520"/>
            <a:ext cx="1042416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537667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初回は /MIR を使わない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/MIR はミラー（宛先にしか無いファイルを削除）。初回反映や本番の既存ファイルを残したいときは /E（サブフォルダ含めてコピー）に置き換える。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robocopy のオプションまとめ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覚えておきたい主要オプション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オプション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1801368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801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8013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ミラーリング（宛先を source と同一にする、削除も含む）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2185416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1854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18541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空フォルダを含むサブフォルダ全体をコピー（削除はしない）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2569464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5694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/XD  &lt;dir...&gt;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5694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指定フォルダを除外（例: node_modules .git）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2953512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29535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/XF  &lt;file...&gt;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9535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指定ファイルを除外（例: *.log .env）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3337560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337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3375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再開可能モード（ネットワーク越しで途切れたとき有効）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3721608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37216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/R:n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7216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エラー時のリトライ回数（既定 100 万回 → 2〜3 に下げると便利）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4105656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10565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/W:n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10565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リトライの間隔（秒、既定 30）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4489704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448970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/NFL /NDL /NP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48970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ファイル名・フォルダ名・進捗を出力しない（ログを軽くする）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463040" y="4873752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0" y="48737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8737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画面とログの両方に出力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63040" y="5257800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52578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/LOG+:path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52578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ログファイルに追記（:path でなく /LOG:path なら上書き）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63040" y="5641848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54480" y="56418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/MT[:n]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56418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マルチスレッドコピー（既定 8、高速化）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463040" y="6025896"/>
            <a:ext cx="1051560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54480" y="602589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/DCOPY:DAT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0" y="602589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ファイル属性を含めてコピー（Data / Attributes / Timestamps）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6409944"/>
            <a:ext cx="10515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64099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0" y="640994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実際にコピーせずに「コピーされる予定の一覧」だけ表示（下見用）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ブラッシュアップ時のコピー手順 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バッチファイル化（deploy.bat）で毎回同じ手順を再現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バッチファイルにすると何が嬉しい？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 robocopy / バックアップ手順を 1 クリックで実行できる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ミス（コピー漏れ・除外忘れ）を減らせる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引き継ぎが楽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880360"/>
            <a:ext cx="105156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88036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296265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96265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296265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289864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deploy.bat — 本番反映スクリプト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246120"/>
            <a:ext cx="10149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@echo off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chcp 65001 &gt; nul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setlocal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SRC=D:\dev\myapp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DST=C:\apps\myapp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BAK=C:\apps\backup\myapp_%date:~0,4%%date:~5,2%%date:~8,2%_%time:~0,2%%time:~3,2%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[1/4] 本番バックアップ: %BAK%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robocopy "%DST%" "%BAK%" /E /NFL /NDL /NP &gt; nul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[2/4] 作業フォルダから本番へ反映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robocopy "%SRC%" "%DST%" /MIR /Z /R:2 /W:3 ^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/XD node_modules .git .vscode logs ^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/XF .env *.log *.tmp ^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/NFL /NDL /NP /TEE /LOG+:C:\apps\deploy.log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[3/4] 本番で npm install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pushd "%DST%"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npm install --omit=dev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popd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[4/4] 完了。タスクスケジューラからサーバーを再起動してください。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デプロイ後の再起動手順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 → 反映 → 起動 → 確認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手順全体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利用者にアナウンス（数分だけ止まります）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本番サーバーにリモート接続 or 直接操作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タスクスケジューラからタスクを停止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deploy.bat を実行（または robocopy を手打ち）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タスクを再度「実行」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ブラウザで /api/ping を叩いて動作確認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3931920"/>
            <a:ext cx="1051560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931920"/>
            <a:ext cx="10515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4014216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401421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401421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95020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Prompt — 停止・起動のコマンド操作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4297680"/>
            <a:ext cx="10149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動いている node プロセスを確認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| findstr node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特定 PID のプロセスを停止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/PID 12345 /F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すべての node プロセスを停止（注意）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/IM node.exe /F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タスクスケジューラからの起動・停止（名前指定）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schtasks /End   /TN "MyAppServer"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schtasks /Run   /TN "MyAppServer"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schtasks /Query /TN "MyAppServer"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トラブルシューティング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よく出るエラーとコマンド対処集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10515600" cy="521208"/>
          </a:xfrm>
          <a:prstGeom prst="rect">
            <a:avLst/>
          </a:prstGeom>
          <a:solidFill>
            <a:srgbClr val="1E276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417320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確認コマンド / 対処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1938528"/>
            <a:ext cx="10515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938528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'node' は内部コマンドまたは外部コマンド...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938528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コマンドプロンプトを開き直す / 再ログインで PATH を再読込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2459736"/>
            <a:ext cx="10515600" cy="5212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459736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install が Permission denied で失敗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459736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管理者で cmd を起動し直す。ウイルス対策ソフトの除外に dev フォルダを追加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2980944"/>
            <a:ext cx="10515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980944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msnodesqlv8 の gyp / MSBuild エラー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980944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 Studio Build Tools を入れ直す。次に node_modules を削除して再インストール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502152"/>
            <a:ext cx="10515600" cy="5212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502152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に繋がらない（timeout）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502152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構成マネージャーで TCP/IP 有効化 → サービス再起動 → ファイアウォール確認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4023360"/>
            <a:ext cx="10515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4023360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Login failed for user 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4023360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認証で server.js を動かしているか確認。SQL 認証なら Login とパスワードを再確認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4544568"/>
            <a:ext cx="10515600" cy="5212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4544568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listen EADDRINUSE :::3000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4544568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netstat -ano | findstr :3000 → taskkill /PID &lt;num&gt; /F でプロセス停止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63040" y="5065776"/>
            <a:ext cx="10515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5065776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robocopy が 16 を返して終了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5065776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実行権限 / パスの存在を確認。宛先フォルダを手動で作成してからリトライ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5586984"/>
            <a:ext cx="10515600" cy="5212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5586984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本番で動かない（画面真っ白）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5586984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F12 DevTools の Console / Network を見る。静的ファイルのパスと apiUrl の書き換え忘れに注意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463040" y="6108192"/>
            <a:ext cx="10515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0" y="6108192"/>
            <a:ext cx="4206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反映したのに古い画面が出る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06440" y="6108192"/>
            <a:ext cx="612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ブラウザキャッシュ。Ctrl + F5 で強制再読込 / 運用手順として案内する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685800" cy="685800"/>
          </a:xfrm>
          <a:prstGeom prst="ellipse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41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手順を身体で覚えたら、迷わず運用できる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207008"/>
            <a:ext cx="457200" cy="45720"/>
          </a:xfrm>
          <a:prstGeom prst="rect">
            <a:avLst/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インストール順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Node.js（LTS＋Native Tools）→ VS Code → SQL Server Express → SSMS → Build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SQL Server は TCP/IP とファイアウォールを開けないと繋がらない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Server 構成マネージャーで有効化 → サービス再起動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プロジェクトは npm init → npm install の順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msnodesqlv8 は特別扱い。Build Tools が必要なので失敗したら落ち着いて対処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開発フォルダと本番フォルダは必ず分ける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D:\dev\myapp ⇄ C:\apps\myapp（あるいは共有フォルダ）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反映は robocopy + deploy.bat で自動化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毎回同じ手順を踏めばコピーミスが起きない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止める・反映・起動・確認をセットで覚える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○"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schtasks または taskkill + 再起動 + ping で最短ルート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50292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CADCF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0F1640"/>
          </a:solidFill>
          <a:ln w="12700">
            <a:solidFill>
              <a:srgbClr val="0F1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1A2457"/>
          </a:solidFill>
          <a:ln w="12700">
            <a:solidFill>
              <a:srgbClr val="1A24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Deploy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あとは手を動かすだけ。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この手順書を「読む」のではなく「使いながら覚える」のが一番の近道です。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Happy Setup 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社内ツール開発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+ SQL Server 環境構築・運用手順書</dc:title>
  <dc:subject>PptxGenJS Presentation</dc:subject>
  <dc:creator>Claude</dc:creator>
  <cp:lastModifiedBy>Claude</cp:lastModifiedBy>
  <cp:revision>1</cp:revision>
  <dcterms:created xsi:type="dcterms:W3CDTF">2026-04-14T09:28:32Z</dcterms:created>
  <dcterms:modified xsi:type="dcterms:W3CDTF">2026-04-14T09:28:32Z</dcterms:modified>
</cp:coreProperties>
</file>